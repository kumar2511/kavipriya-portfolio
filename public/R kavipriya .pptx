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18.png"/><Relationship Id="rId16" Type="http://schemas.openxmlformats.org/officeDocument/2006/relationships/image" Target="../media/image36.png"/><Relationship Id="rId17" Type="http://schemas.openxmlformats.org/officeDocument/2006/relationships/image" Target="../media/image37.png"/><Relationship Id="rId18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59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43210"/>
            <a:ext cx="7562850" cy="2527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" y="1574800"/>
            <a:ext cx="618490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99970" y="528320"/>
            <a:ext cx="2881630" cy="2806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3200">
                <a:solidFill>
                  <a:srgbClr val="2E2C2C"/>
                </a:solidFill>
                <a:latin typeface="Times New Roman"/>
              </a:rPr>
              <a:t>KAVI PRIYA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6610" y="1021080"/>
            <a:ext cx="3394710" cy="15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750">
                <a:solidFill>
                  <a:srgbClr val="2E2C2C"/>
                </a:solidFill>
                <a:latin typeface="Times New Roman"/>
              </a:rPr>
              <a:t>DIGITAL MARKETING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8850" y="1678939"/>
            <a:ext cx="896619" cy="876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66464"/>
                </a:solidFill>
                <a:latin typeface="Times New Roman"/>
              </a:rPr>
              <a:t>+ 91 9042551631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700" y="1676400"/>
            <a:ext cx="143256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66464"/>
                </a:solidFill>
                <a:latin typeface="Times New Roman"/>
              </a:rPr>
              <a:t>kavi.official.49@gmail.com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5240" y="1676400"/>
            <a:ext cx="976630" cy="109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66464"/>
                </a:solidFill>
                <a:latin typeface="Times New Roman"/>
              </a:rPr>
              <a:t>Tambaram,chennai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920" y="2061210"/>
            <a:ext cx="23469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500">
                <a:solidFill>
                  <a:srgbClr val="2E2C2C"/>
                </a:solidFill>
                <a:latin typeface="Times New Roman"/>
              </a:rPr>
              <a:t>CAREER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920" y="2341880"/>
            <a:ext cx="606170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Enthusiastic and result-driven Digital Marketing Fresher with hands-on experience in WordPress website management,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920" y="2551430"/>
            <a:ext cx="602107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SEO, Social Media Marketing, and Paid Advertising (Google Ads &amp; Meta Ads). Skilled in developing, managing,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920" y="2760980"/>
            <a:ext cx="585850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optimizing high-performing ad campaigns, along with website content and SEO strategies to improve visibility and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920" y="2970530"/>
            <a:ext cx="576580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conversions. Passionate about combining creativity with data-driven marketing to drive engagement and business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920" y="3180080"/>
            <a:ext cx="413257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growth. Actively applying digital marketing strategies through real-time projects.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920" y="3515360"/>
            <a:ext cx="290576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400">
                <a:solidFill>
                  <a:srgbClr val="2E2C2C"/>
                </a:solidFill>
                <a:latin typeface="Times New Roman"/>
              </a:rPr>
              <a:t>PROFESSIONAL EXPERIENCE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920" y="3747770"/>
            <a:ext cx="1710690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E2C2C"/>
                </a:solidFill>
                <a:latin typeface="Times New Roman"/>
              </a:rPr>
              <a:t>Digital Marketing Analyst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080" y="3959860"/>
            <a:ext cx="11950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50">
                <a:solidFill>
                  <a:srgbClr val="666464"/>
                </a:solidFill>
                <a:latin typeface="Times New Roman"/>
              </a:rPr>
              <a:t>Why Global Services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2630" y="3982720"/>
            <a:ext cx="984250" cy="876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66464"/>
                </a:solidFill>
                <a:latin typeface="Times New Roman"/>
              </a:rPr>
              <a:t>Nov 2025 - 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580" y="4230370"/>
            <a:ext cx="499364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Managing WordPress websites including page creation, content updates, and layout customization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580" y="4429760"/>
            <a:ext cx="582168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Planning, creating, and running paid ad campaigns on Google Ads and Meta Ads (Facebook &amp; Instagram) for lead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580" y="4640580"/>
            <a:ext cx="162433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generation and brand awareness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580" y="4839970"/>
            <a:ext cx="488060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Handling SEO optimization including on-page SEO, keyword usage, and content improvements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580" y="5049520"/>
            <a:ext cx="497967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Planning and executing social media content strategies for platforms like Instagram and Facebook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580" y="5250180"/>
            <a:ext cx="232664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Designing posts and ad creatives using Canva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580" y="5459730"/>
            <a:ext cx="252094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Managing content calendars and scheduling posts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580" y="5659120"/>
            <a:ext cx="491870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Monitoring ad and campaign performance using metrics like CTR, engagement, and conversions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580" y="5868670"/>
            <a:ext cx="349757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Optimizing campaigns based on performance data to improve results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580" y="6069330"/>
            <a:ext cx="370585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Supporting lead generation activities through digital marketing strategies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360" y="6510020"/>
            <a:ext cx="1027429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400">
                <a:solidFill>
                  <a:srgbClr val="2E2C2C"/>
                </a:solidFill>
                <a:latin typeface="Times New Roman"/>
              </a:rPr>
              <a:t>PROJECTS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360" y="6798309"/>
            <a:ext cx="2583179" cy="124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50">
                <a:solidFill>
                  <a:srgbClr val="2E2C2C"/>
                </a:solidFill>
                <a:latin typeface="Times New Roman"/>
              </a:rPr>
              <a:t>Paid Advertising (Meta Ads &amp; Google Ads)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020" y="7068820"/>
            <a:ext cx="405892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Planned and executed Meta Ads and Google Ads campaigns for lead generation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020" y="7278370"/>
            <a:ext cx="341249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Performed audience targeting and created ad creatives using Canva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020" y="7487920"/>
            <a:ext cx="270764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Managed campaign setup, budget, and ad placements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020" y="7697470"/>
            <a:ext cx="424560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Monitored and optimized performance using key metrics like CTR and conversions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360" y="7955280"/>
            <a:ext cx="617220" cy="90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Tools Used: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770" y="8183880"/>
            <a:ext cx="494538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Meta Ads Manager (Facebook &amp; Instagram Ads), Google Ads, Canva, Google Analytics (Basic).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790" y="8406130"/>
            <a:ext cx="2970530" cy="125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50">
                <a:solidFill>
                  <a:srgbClr val="2E2C2C"/>
                </a:solidFill>
                <a:latin typeface="Times New Roman"/>
              </a:rPr>
              <a:t>WordPress Website Development &amp;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830" y="8704580"/>
            <a:ext cx="553720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Created and managed WordPress websites including page creation, content upload, and layout customization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2830" y="8914130"/>
            <a:ext cx="370332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Customized themes and managed plugins for better website performance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830" y="9123680"/>
            <a:ext cx="259588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Designed banners and product images using Canva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830" y="9333230"/>
            <a:ext cx="315341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Ensured user-friendly website structure and responsive design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830" y="9542780"/>
            <a:ext cx="318897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Implemented basic SEO practices during website development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790" y="9757410"/>
            <a:ext cx="617219" cy="90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Tools Used: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40" y="9996170"/>
            <a:ext cx="22110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WordPress, Canva, Basic SEO Techniques.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920" y="10586720"/>
            <a:ext cx="141859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666464"/>
                </a:solidFill>
                <a:latin typeface="Times New Roman"/>
              </a:rPr>
              <a:t>Salford &amp; Co. | 2030 - 2033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4248150"/>
            <a:ext cx="44450" cy="444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4457700"/>
            <a:ext cx="44450" cy="444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4876800"/>
            <a:ext cx="44450" cy="444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5060950"/>
            <a:ext cx="44450" cy="444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5270500"/>
            <a:ext cx="44450" cy="444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00" y="5492750"/>
            <a:ext cx="44450" cy="444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00" y="5670550"/>
            <a:ext cx="44450" cy="4445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800" y="5880100"/>
            <a:ext cx="44450" cy="444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00" y="6089650"/>
            <a:ext cx="44450" cy="444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419" y="6314440"/>
            <a:ext cx="6066789" cy="1016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8050" y="7086600"/>
            <a:ext cx="44450" cy="444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8050" y="7296150"/>
            <a:ext cx="44450" cy="444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050" y="7505700"/>
            <a:ext cx="44450" cy="444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8050" y="7715250"/>
            <a:ext cx="44450" cy="444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4220" y="3387090"/>
            <a:ext cx="6052820" cy="8889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8050" y="8724900"/>
            <a:ext cx="44450" cy="444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8050" y="8934450"/>
            <a:ext cx="44450" cy="444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8050" y="9144000"/>
            <a:ext cx="44450" cy="444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8050" y="9353550"/>
            <a:ext cx="44450" cy="444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8050" y="9563100"/>
            <a:ext cx="44450" cy="44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59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55910"/>
            <a:ext cx="7562850" cy="2400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" y="2489200"/>
            <a:ext cx="6184900" cy="290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3390900"/>
            <a:ext cx="171450" cy="177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3676650"/>
            <a:ext cx="171450" cy="177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3937000"/>
            <a:ext cx="171450" cy="177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4191000"/>
            <a:ext cx="171450" cy="177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4457700"/>
            <a:ext cx="171450" cy="177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4724400"/>
            <a:ext cx="171450" cy="177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5010150"/>
            <a:ext cx="17145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1210" y="781050"/>
            <a:ext cx="2099310" cy="124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50">
                <a:solidFill>
                  <a:srgbClr val="2E2C2C"/>
                </a:solidFill>
                <a:latin typeface="Times New Roman"/>
              </a:rPr>
              <a:t>Search Engine Optimization (SEO)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00" y="1080770"/>
            <a:ext cx="469138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Performed on-page SEO including keyword optimization, meta tags, and content structuring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300" y="1280160"/>
            <a:ext cx="475107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Improved website visibility through proper SEO practices Optimized pages for better ranking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300" y="1480820"/>
            <a:ext cx="100838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and user experience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300" y="1680210"/>
            <a:ext cx="368300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Performed SEO audit using SEOptimer to evaluate website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00" y="1959610"/>
            <a:ext cx="618490" cy="901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Tools Used: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2236470"/>
            <a:ext cx="22402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Wordpress, SEO Tools (Basic), SEOptimer.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2658110"/>
            <a:ext cx="1977389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400">
                <a:solidFill>
                  <a:srgbClr val="2E2C2C"/>
                </a:solidFill>
                <a:latin typeface="Times New Roman"/>
              </a:rPr>
              <a:t>TECHNICAL SKILLS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6740" y="2658110"/>
            <a:ext cx="1292860" cy="1231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400">
                <a:solidFill>
                  <a:srgbClr val="2E2C2C"/>
                </a:solidFill>
                <a:latin typeface="Times New Roman"/>
              </a:rPr>
              <a:t>SOFT 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2999740"/>
            <a:ext cx="3248660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333132"/>
                </a:solidFill>
                <a:latin typeface="Times New Roman"/>
              </a:rPr>
              <a:t>WordPress (Website Development, Theme Customization, Plugin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4530" y="3069590"/>
            <a:ext cx="163195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Creative &amp; Innovative Thinking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" y="3171190"/>
            <a:ext cx="2786379" cy="111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333132"/>
                </a:solidFill>
                <a:latin typeface="Times New Roman"/>
              </a:rPr>
              <a:t>Management, SEO Optimization, Content Management)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960" y="3355340"/>
            <a:ext cx="187960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Analytical &amp; Problem-Solving Skills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630" y="3436620"/>
            <a:ext cx="179578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Search Engine Optimization (SEO)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4530" y="3610610"/>
            <a:ext cx="151003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Strong Communication Skills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060" y="3721100"/>
            <a:ext cx="123444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Social Media Marketing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5960" y="3876040"/>
            <a:ext cx="135127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Ability to Handle Pressure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630" y="3977640"/>
            <a:ext cx="127000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Google Ads &amp; Meta Ads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5960" y="4113529"/>
            <a:ext cx="132206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Fast Learner &amp; Adaptable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060" y="4241800"/>
            <a:ext cx="86487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Email Marketing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5960" y="4380230"/>
            <a:ext cx="1329689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Detail-Oriented Approach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8060" y="4480560"/>
            <a:ext cx="129159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Google Analytics (Basic)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4530" y="4685030"/>
            <a:ext cx="207391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Time Management &amp; Task Prioritization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060" y="4747260"/>
            <a:ext cx="107188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Canva (Design Tool)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5960" y="4964430"/>
            <a:ext cx="1018539" cy="901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Team Collaboration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630" y="5052060"/>
            <a:ext cx="1456689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333132"/>
                </a:solidFill>
                <a:latin typeface="Times New Roman"/>
              </a:rPr>
              <a:t>Content Creation &amp; Strategy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90" y="5551170"/>
            <a:ext cx="1038860" cy="1066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E2C2C"/>
                </a:solidFill>
                <a:latin typeface="Times New Roman"/>
              </a:rPr>
              <a:t>EDUCATION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690" y="5760720"/>
            <a:ext cx="1333499" cy="124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50">
                <a:solidFill>
                  <a:srgbClr val="2E2C2C"/>
                </a:solidFill>
                <a:latin typeface="Times New Roman"/>
              </a:rPr>
              <a:t>Bsc Computer Science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5070" y="5761990"/>
            <a:ext cx="6057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50">
                <a:solidFill>
                  <a:srgbClr val="2E2C2C"/>
                </a:solidFill>
                <a:latin typeface="Times New Roman"/>
              </a:rPr>
              <a:t>2020-2023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690" y="5967730"/>
            <a:ext cx="260985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EGS Pillay Arts &amp; Science College, Nagapattinam.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690" y="6393180"/>
            <a:ext cx="1404620" cy="106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E2C2C"/>
                </a:solidFill>
                <a:latin typeface="Times New Roman"/>
              </a:rPr>
              <a:t>CERTIFICATION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690" y="6598920"/>
            <a:ext cx="280035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AI Powered Digital Marketing Certified at WHY TAP.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690" y="7098030"/>
            <a:ext cx="1073149" cy="1066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E2C2C"/>
                </a:solidFill>
                <a:latin typeface="Times New Roman"/>
              </a:rPr>
              <a:t>LANGUAGES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6000" y="7451090"/>
            <a:ext cx="302259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Tamil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" y="7660640"/>
            <a:ext cx="38735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English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690" y="8164830"/>
            <a:ext cx="1277620" cy="1066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2E2C2C"/>
                </a:solidFill>
                <a:latin typeface="Times New Roman"/>
              </a:rPr>
              <a:t>DECLARATION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690" y="8370570"/>
            <a:ext cx="566293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2E2C2C"/>
                </a:solidFill>
                <a:latin typeface="Times New Roman"/>
              </a:rPr>
              <a:t>I hereby declare that the information provided above is true and correct to the best of my knowledge and belief.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690" y="8815070"/>
            <a:ext cx="331469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50">
                <a:solidFill>
                  <a:srgbClr val="000000"/>
                </a:solidFill>
                <a:latin typeface="Times New Roman"/>
              </a:rPr>
              <a:t>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6620" y="9062720"/>
            <a:ext cx="759459" cy="1358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50">
                <a:solidFill>
                  <a:srgbClr val="000000"/>
                </a:solidFill>
                <a:latin typeface="Times New Roman"/>
              </a:rPr>
              <a:t>Signature</a:t>
            </a:r>
            <a:r>
              <a:rPr spc="-100" sz="1150">
                <a:solidFill>
                  <a:srgbClr val="000000"/>
                </a:solidFill>
                <a:latin typeface="Times New Roman"/>
              </a:rPr>
              <a:t>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0620" y="9182100"/>
            <a:ext cx="7721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50">
                <a:solidFill>
                  <a:srgbClr val="000000"/>
                </a:solidFill>
                <a:latin typeface="Times New Roman"/>
              </a:rPr>
              <a:t>: ________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76620" y="9142730"/>
            <a:ext cx="74802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50">
                <a:solidFill>
                  <a:srgbClr val="000000"/>
                </a:solidFill>
                <a:latin typeface="Brittany Signature"/>
              </a:rPr>
              <a:t>R.kavipriya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00" y="3041650"/>
            <a:ext cx="165100" cy="1778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600" y="1098550"/>
            <a:ext cx="44450" cy="4445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600" y="1308100"/>
            <a:ext cx="44450" cy="444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650" y="1682750"/>
            <a:ext cx="44450" cy="444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419" y="6894830"/>
            <a:ext cx="6051550" cy="63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950" y="7467600"/>
            <a:ext cx="44450" cy="444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950" y="7677150"/>
            <a:ext cx="44450" cy="444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169" y="7961630"/>
            <a:ext cx="6052820" cy="7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